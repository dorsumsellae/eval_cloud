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PRATIQUE CLOUD FIL ROUGE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documentaire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F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 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Hexagone — Mastère 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5120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1B245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5440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1     </a:t>
            </a:r>
            <a:pPr indent="0" marL="0">
              <a:buNone/>
            </a:pPr>
            <a:r>
              <a:rPr lang="en-US" sz="1300" b="1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RAG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2     </a:t>
            </a:r>
            <a:pPr indent="0" marL="0">
              <a:buNone/>
            </a:pPr>
            <a:r>
              <a:rPr lang="en-US" sz="1300" b="1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Docs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une petite application IA capable de répondre à des questions à partir d'un document fourni — le discours d'investiture de Barack Obama (2013), utilisé uniquement comme corpus de test.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46888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/ sélectionner le document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03580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son contenu (embeddings)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602736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Poser une question en langage naturel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16966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une réponse générée à partir du document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8231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82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73659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les passages utilisés comme sources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06640" y="1143000"/>
            <a:ext cx="4206240" cy="50292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0" y="182880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L'assistant ne répond jamais « de mémoire ».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s'appuie uniquement sur les passages retrouvés dans le document.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l'information n'y est pas, il l'indique clairement plutôt que d'inventer une réponse.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qu'un RAG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enrichir la réponse du LLM avec des passages extraits d'un document.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84248" y="2889504"/>
            <a:ext cx="164592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2167128" y="237744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167128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 courts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02736" y="2889504"/>
            <a:ext cx="164592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3785616" y="237744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785616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21224" y="2889504"/>
            <a:ext cx="164592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04104" y="237744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04104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vectorielle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39712" y="2889504"/>
            <a:ext cx="164592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7022592" y="237744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022592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 proches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8200" y="2889504"/>
            <a:ext cx="164592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37744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8641080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76688" y="2889504"/>
            <a:ext cx="164592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9568" y="237744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10259568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du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FDF2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RAG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46177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répond à partir de ses connaissances internes : réponse fluide, mais pas forcément fondée sur VOS documents.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2648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RAG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26480" y="46177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reçoit les passages pertinents dans son prompt : réponse fondée, sourcée, vérifiable.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système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892040" y="10515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4892040" y="1051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(utilisateur)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0" y="1627632"/>
            <a:ext cx="274320" cy="256032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0" y="19202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8501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651760"/>
            <a:ext cx="274320" cy="256032"/>
          </a:xfrm>
          <a:prstGeom prst="downArrow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2944368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9443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34340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43400"/>
            <a:ext cx="29260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objet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 brut)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434340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4343400"/>
            <a:ext cx="29260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vectorielle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(embeddings)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434340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4343400"/>
            <a:ext cx="29260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qwen2.5:0.5b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local)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3630168"/>
            <a:ext cx="0" cy="3931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4023360"/>
            <a:ext cx="3794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4023360"/>
            <a:ext cx="3794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40233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40233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40233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: GitHub Codespaces · MinIO via Docker Compose · Chroma persiste sur disque · Ollama tourne en local (CPU)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Environnement cloud de développement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Codespaces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utilisateur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du document brut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vectorielle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d'embeddings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 · paraphrase-multilingual-MiniLM-L12-v2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local léger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· qwen2.5:0.5b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Automatisation 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Versioning et remise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Indexation : découpage &amp; embeddings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 (caractères)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cible d'un passage. Fourchette conseillée : 700–900.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18872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25196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chunk_overlap (caractères)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Chevauchement entre deux passages, pour ne pas couper une idée. Fourchette conseillée : 100–150.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18872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 (passages)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2926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passages récupérés par question. Suffisant sans diluer le contexte du LLM léger.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d'embeddings : sentence-transformers/paraphrase-multilingual-MiniLM-L12-v2 — léger (~470 Mo), multilingue, tourne sur CPU.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→ Réponse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prompt envoyé au LLM impose une consigne stricte : répondre uniquement à partir du contexte fourni.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389120"/>
          </a:xfrm>
          <a:prstGeom prst="roundRect">
            <a:avLst>
              <a:gd name="adj" fmla="val 1667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es un assistant documentaire.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Réponds uniquement à partir du contexte fourni.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l'information n'est pas présente dans le contexte, réponds 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 Je ne trouve pas cette information dans le document fourni. »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Contexte 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{context}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{question}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3-4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21488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est transformée en embedding, puis comparée à tous les passages indexés pour retrouver les top_k plus proches.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379476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DF2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5-6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0" y="43434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(qwen2.5:0.5b) génère la réponse à partir du prompt. Les passages sources sont renvoyés avec leur score de similarité.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 : endpoints &amp; interface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0" y="1234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que l'API répond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013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801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/upload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801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le document (MinIO ou repli local)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6829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682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2368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/index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3682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 + vectorise + indexe dans Chroma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35224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352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2935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935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+ génération + sources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02152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021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3502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/reset-index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3502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vide l'index vectoriel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1234440"/>
            <a:ext cx="4023360" cy="47091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638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 (Streamlit)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863840" y="19202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1892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ou charger un document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863840" y="252374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2496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« Indexer le document »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63840" y="312724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30998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question exemple ou en taper une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63840" y="373075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2104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la réponse générée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863840" y="433425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21040" y="43068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Déplier les sources (extrait + score)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&amp; Tests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3 — automatisation &amp; qualité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057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 Request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15184" y="1929384"/>
            <a:ext cx="146304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2770632" y="15544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770632" y="1554480"/>
            <a:ext cx="2057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du 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37176" y="1929384"/>
            <a:ext cx="146304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4992624" y="15544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992624" y="1554480"/>
            <a:ext cx="2057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(requirements-ci.txt)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59168" y="1929384"/>
            <a:ext cx="146304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7214616" y="15544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214616" y="1554480"/>
            <a:ext cx="2057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81160" y="1929384"/>
            <a:ext cx="146304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9436608" y="15544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9436608" y="1554480"/>
            <a:ext cx="2057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Vérif. import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backend.main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fichiers de tests indépendants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test_chunking.py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3520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correct d'un texte en passages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test_prompt.py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88920" y="4069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du prompt (contexte + consigne)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4617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test_health.py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88920" y="46177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de /health, validation /ask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283464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CI rapide 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4747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requirements-ci.txt n'installe ni PyTorch, ni ChromaDB, ni Ollama.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Grâce aux imports paresseux dans backend/rag/*.py, les tests n'ont jamais besoin de charger un modèle ML.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quelques secondes en CI, au lieu de plusieurs minutes de téléchargement.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connues &amp; bonus réalisés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DF2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acceptées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029968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 parfois long (LLM léger, CPU)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877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imparfaite du petit modèle (0.5b paramètres)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27355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095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document à la fois dans la version de base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895344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8313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authentification, pas de monitoring avancé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517136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4531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déploiement production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0FB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implémentés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37960" y="2029968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965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 automatique sur stockage local si MinIO indisponible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2651760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25877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de réinitialisation de l'index vectoriel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3273552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209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 réglable directement via l'API (/ask)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3895344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38313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similarité affiché pour chaque source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37960" y="4517136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44531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rapide : requirements-ci.txt séparé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RAG en une phrase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L'assistant répond à partir du document. S'il ne trouve pas l'information, il le dit clairement. 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Assistant documentaire - Lite RAG</dc:title>
  <dc:subject>PptxGenJS Presentation</dc:subject>
  <dc:creator>École Hexagone</dc:creator>
  <cp:lastModifiedBy>École Hexagone</cp:lastModifiedBy>
  <cp:revision>1</cp:revision>
  <dcterms:created xsi:type="dcterms:W3CDTF">2026-07-03T09:56:14Z</dcterms:created>
  <dcterms:modified xsi:type="dcterms:W3CDTF">2026-07-03T09:56:14Z</dcterms:modified>
</cp:coreProperties>
</file>